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PIPELINE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to Edge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  ×  PeopleTech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3474720"/>
            <a:ext cx="5029200" cy="411480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4747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Model Lifecycle · 8 Use Cases · Auto-Retrain on Drift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AI model in the plant gets trained, optimized,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edge, monitored, and automatically retrained.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0" y="1097280"/>
            <a:ext cx="393192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1097280"/>
            <a:ext cx="73152" cy="8686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109728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Collection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0" y="1874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0" y="2240280"/>
            <a:ext cx="393192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2240280"/>
            <a:ext cx="73152" cy="8686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224028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Training &amp; Registry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0" y="3017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72400" y="3383280"/>
            <a:ext cx="393192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3383280"/>
            <a:ext cx="73152" cy="8686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0" y="338328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Edge Deployment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0" y="4160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72400" y="4526280"/>
            <a:ext cx="393192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4526280"/>
            <a:ext cx="73152" cy="86868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0" y="452628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Monitor &amp; Retrain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0" y="5760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Auto-retrain loop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6263640"/>
            <a:ext cx="11457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 × PeopleTech · MLOps for AI Plant Operations · May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MLOps Pipeline?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model lifecycle from data to edge to retraining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47472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2646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Training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773936"/>
            <a:ext cx="3255264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data, inference logs, and human feedback flow into a feature store. GPU training on SageMaker / Azure ML with MLflow experiment tracking. Models evaluated against the champion before promotion to the registry.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37160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1371600"/>
            <a:ext cx="347472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5968" y="142646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Edge-First Deployment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5968" y="1773936"/>
            <a:ext cx="3255264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optimized for edge hardware (TensorRT, ONNX, INT8 quantization) to meet &lt;200ms latency. Containerized and deployed via OTA to Jetson/Hailo edge fleet. Canary deployment with auto-rollback protects the line.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371600"/>
            <a:ext cx="3749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1371600"/>
            <a:ext cx="374904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5008" y="1426464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Auto-Retrain on Drift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65008" y="1773936"/>
            <a:ext cx="3529584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monitored per model, per plant, per shift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 (KL divergence) + concept drift (accuracy decay)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breach → auto-retrain trigger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intervention for routine model refresh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retrain for sudden degradation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for IATF/ISO compliance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 manages all model types: CNN, YOLO, Pose, XGBoost, LSTM, Autoencoder, Graph ML, OCR.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6263640"/>
            <a:ext cx="11457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plant floor data to production models in hours, not months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ML deployment fails in manufacturing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Once,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Forever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37160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56032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Unnoticed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97880" y="137160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56032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Retrain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(Weeks)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0" y="137160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098280" y="1371600"/>
            <a:ext cx="256032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Escapes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46888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52374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Drift Detection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2871216"/>
            <a:ext cx="334670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historical data degrade when conditions change — new paint formulations, seasonal temperature shifts, model year changeovers. Without monitoring, accuracy silently drops and defects escape.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246888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246888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7408" y="252374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Deployment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07408" y="2871216"/>
            <a:ext cx="334670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scientists retrain manually on laptops. No versioning, no A/B testing, no canary rollout. Edge devices updated by walking the plant floor with USB drives. Weeks of lead time for a model fix.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38160" y="246888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246888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47888" y="252374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Governance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47888" y="2871216"/>
            <a:ext cx="334670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for which model is running where. Safety-critical models (PPE, SOP) deployed without review gates. Compliance teams can't trace a prediction back to its training data. IATF/ISO audit risk.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6263640"/>
            <a:ext cx="11457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MLOps pipeline eliminates all three failure modes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Four-stage closed-loop model lifecycle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132320" cy="96012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Sensors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169164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691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Logs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0" y="169164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1691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Feedback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15000" y="169164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691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 + DVC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7132320" cy="9601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60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REGISTRY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83464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834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31720" y="283464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2834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Training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23360" y="283464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2834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Tracking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15000" y="283464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2834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7132320" cy="96012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03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&amp; DEPLOY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397764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977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TensorRT/ONNX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31720" y="397764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31720" y="3977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Build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023360" y="397764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0" y="3977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15000" y="397764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3977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OTA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800600"/>
            <a:ext cx="7132320" cy="960120"/>
          </a:xfrm>
          <a:prstGeom prst="rect">
            <a:avLst/>
          </a:prstGeom>
          <a:solidFill>
            <a:srgbClr val="FDF2F8"/>
          </a:solidFill>
          <a:ln w="12700">
            <a:solidFill>
              <a:srgbClr val="FBCF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846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RETRAIN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" y="512064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5120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 Monitor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331720" y="512064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31720" y="5120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023360" y="512064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0" y="5120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Engine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715000" y="5120640"/>
            <a:ext cx="1508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15000" y="5120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37160" y="1371600"/>
            <a:ext cx="228600" cy="4114800"/>
          </a:xfrm>
          <a:prstGeom prst="rect">
            <a:avLst/>
          </a:prstGeom>
          <a:solidFill>
            <a:srgbClr val="FEE2E2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286000"/>
            <a:ext cx="228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86384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 Lifecycle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7863840" y="1828800"/>
            <a:ext cx="384048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63840" y="1828800"/>
            <a:ext cx="54864" cy="530352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46720" y="182880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Collect — sensors, logs, feedback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863840" y="2487168"/>
            <a:ext cx="384048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63840" y="2487168"/>
            <a:ext cx="54864" cy="530352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46720" y="2487168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Label — active learning + human QA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863840" y="3145536"/>
            <a:ext cx="384048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863840" y="3145536"/>
            <a:ext cx="54864" cy="530352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46720" y="3145536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Train — GPU cluster + MLflow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863840" y="3803904"/>
            <a:ext cx="384048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63840" y="3803904"/>
            <a:ext cx="54864" cy="530352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046720" y="3803904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Evaluate — A/B vs champion + SHAP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863840" y="4462272"/>
            <a:ext cx="384048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863840" y="4462272"/>
            <a:ext cx="54864" cy="530352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46720" y="4462272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Optimize — TensorRT for edge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863840" y="5120640"/>
            <a:ext cx="384048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63840" y="5120640"/>
            <a:ext cx="54864" cy="530352"/>
          </a:xfrm>
          <a:prstGeom prst="rect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046720" y="512064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Deploy — canary → OTA rollout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863840" y="5779008"/>
            <a:ext cx="384048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863840" y="5779008"/>
            <a:ext cx="54864" cy="5303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046720" y="5779008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Monitor — drift detect → auto-retrain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Deep Dive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pipeline stage does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394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53949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35024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Labeling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682496"/>
            <a:ext cx="517550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floor sensors, cameras, RFID generate raw data streams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inference logs capture every prediction with score + confidence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feedback: rework confirmations, quality inspector labels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 selects highest-value samples for annotation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 / S3-versioned datasets with reproducible train/val/test splits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394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280160"/>
            <a:ext cx="53949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7648" y="1335024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Training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27648" y="1682496"/>
            <a:ext cx="517550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Feature Store: offline (batch) + online (real-time) serving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 data validation gates training pipeline entry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training (P4d/A100) with Bayesian hyperparameter tuning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experiment tracking: metrics, params, artifacts, comparisons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evaluation: A/B vs champion, SHAP explainability, bias checks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394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840480"/>
            <a:ext cx="53949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895344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&amp; Deployment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4242816"/>
            <a:ext cx="517550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 / ONNX / OpenVINO optimization for &lt;200ms edge latency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 with model + runtime → ECR/ACR registry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automated test → build → deploy with approval gates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Canary: 5% traffic to challenger, auto-rollback on regression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OTA via IoT Greengrass / IoT Edge: rolling, zero-downtime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394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840480"/>
            <a:ext cx="53949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3895344"/>
            <a:ext cx="5175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Governance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27648" y="4242816"/>
            <a:ext cx="517550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tracked per model, per plant, per shift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detection: KL divergence (data) + accuracy decay (concept)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breach → auto-retrain trigger (no human required)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trail: training data → experiment → deployment → rollback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tracking: ROI per model, weekly digest to leadership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 vs. Ad-Hoc ML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investment in MLOps pays off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758184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3575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15384" y="1371600"/>
            <a:ext cx="375818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06824" y="1417320"/>
            <a:ext cx="3575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/ Manual ML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973568" y="1371600"/>
            <a:ext cx="3758184" cy="45720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65008" y="1417320"/>
            <a:ext cx="3575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MLOps Pipeline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3758184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2024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refresh cycle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15384" y="1874520"/>
            <a:ext cx="375818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06824" y="192024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(manual retrain on request)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73568" y="1874520"/>
            <a:ext cx="3758184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65008" y="192024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auto-retrain + emergency on drift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3758184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46888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method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15384" y="2423160"/>
            <a:ext cx="375818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06824" y="246888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drives / manual SSH to edge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73568" y="2423160"/>
            <a:ext cx="3758184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65008" y="246888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rolling update, zero downtime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3758184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01752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15384" y="2971800"/>
            <a:ext cx="375818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06824" y="301752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discovered via quality escapes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73568" y="2971800"/>
            <a:ext cx="3758184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65008" y="301752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divergence + accuracy monitoring, auto-alert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3758184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56616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capability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15384" y="3520440"/>
            <a:ext cx="375818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06824" y="356616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pray the new model works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73568" y="3520440"/>
            <a:ext cx="3758184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65008" y="356616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auto-rollback during canary phase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069080"/>
            <a:ext cx="3758184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11480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15384" y="4069080"/>
            <a:ext cx="375818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06824" y="411480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spreadsheets, if lucky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973568" y="4069080"/>
            <a:ext cx="3758184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65008" y="411480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lineage: data → training → deployment → monitoring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617720"/>
            <a:ext cx="3758184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66344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fix a bad model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215384" y="4617720"/>
            <a:ext cx="375818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06824" y="466344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 weeks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973568" y="4617720"/>
            <a:ext cx="3758184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65008" y="466344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24 hours (auto-retrain + expedited deploy)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5166360"/>
            <a:ext cx="3758184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521208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readiness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215384" y="5166360"/>
            <a:ext cx="375818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06824" y="521208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Scramble before audits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973568" y="5166360"/>
            <a:ext cx="3758184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65008" y="5212080"/>
            <a:ext cx="3575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audit log, IATF/ISO-ready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View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 + edge OTA deployment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Retraining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logs + rework confirmations accumulate all week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 selects high-value samples for labeling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 validates data schema + distributions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training job with MLflow tracking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compared vs champion on all key metrics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 Flow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 INT8 quantization → Docker container → ECR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with approval gate for safety-critical models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canary → 24h monitor → full OTA rollout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280160"/>
            <a:ext cx="5760720" cy="4754880"/>
          </a:xfrm>
          <a:prstGeom prst="rect">
            <a:avLst/>
          </a:prstGeom>
          <a:solidFill>
            <a:srgbClr val="F0F2F5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53328" y="1371600"/>
            <a:ext cx="5541264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Weekly Retraining Pipeline (simplified)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─────────────────────────────────────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Collect new training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new_data = feature_store.get_recent(days=7)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 = labeling_pipeline.get_completed()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 = merge(new_data, labels)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dvc.commit(dataset, version="v3.3")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Validate data quality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ge.validate(dataset, expectation_suite="prod")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Train challenger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mlflow.start_run(experiment="uc01-visual"):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 = train(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arch="resnet50",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dataset=dataset,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epochs=50,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gpus=4  # P4d cluster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mlflow.log_metrics(evaluate(model, test_set))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Compare vs champion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champion = mlflow.registry.get("Production")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model.accuracy &gt; champion.accuracy: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mlflow.registry.promote(model, stage="Staging")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Optimize for edge + deploy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optimized = tensorrt.optimize(model, precision="INT8")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= docker.build(optimized, runtime="triton")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ecr.push(container, tag="v3.3")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6. Canary → full rollout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iot_greengrass.deploy(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container="v3.3",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strategy="canary",    # 5% traffic first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monitor_hours=24,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auto_rollback=True    # rollback if regression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Performance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MLOps pipeline delivers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Impact Areas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4663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11680"/>
            <a:ext cx="54864" cy="7315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8483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Freshness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auto-retrain vs months of manual cycles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4663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926080"/>
            <a:ext cx="54864" cy="7315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9923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Speed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→ edge in hours, not weeks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4663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840480"/>
            <a:ext cx="54864" cy="7315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1363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Response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206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and retrain in &lt;24 hours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754880"/>
            <a:ext cx="4663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754880"/>
            <a:ext cx="54864" cy="73152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82803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51206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trail, IATF/ISO-ready, no gaps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13716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&lt;24h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6217920" y="2286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Drift-to-fix time — from detection to retrained model in production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29260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200" dirty="0"/>
          </a:p>
        </p:txBody>
      </p:sp>
      <p:sp>
        <p:nvSpPr>
          <p:cNvPr id="25" name="Text 23"/>
          <p:cNvSpPr/>
          <p:nvPr/>
        </p:nvSpPr>
        <p:spPr>
          <a:xfrm>
            <a:off x="6217920" y="3840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deployment steps — fully automated from registry to edge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44805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7200" dirty="0"/>
          </a:p>
        </p:txBody>
      </p:sp>
      <p:sp>
        <p:nvSpPr>
          <p:cNvPr id="27" name="Text 25"/>
          <p:cNvSpPr/>
          <p:nvPr/>
        </p:nvSpPr>
        <p:spPr>
          <a:xfrm>
            <a:off x="6217920" y="5394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coverage — every model change tracked end-to-end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Update Lifecycle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retraining cycle — 9 automated steps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65760" cy="36576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148840"/>
            <a:ext cx="109728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17627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6517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71600" y="242316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47088" y="1645920"/>
            <a:ext cx="365760" cy="36576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47088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27048" y="2148840"/>
            <a:ext cx="109728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72768" y="217627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72768" y="26517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24328" y="242316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099816" y="1645920"/>
            <a:ext cx="365760" cy="36576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9816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79776" y="2148840"/>
            <a:ext cx="109728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25496" y="217627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25496" y="26517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77056" y="242316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52544" y="1645920"/>
            <a:ext cx="365760" cy="36576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52544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032504" y="2148840"/>
            <a:ext cx="109728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78224" y="217627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78224" y="26517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MLflow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29784" y="242316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05272" y="1645920"/>
            <a:ext cx="365760" cy="36576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05272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285232" y="2148840"/>
            <a:ext cx="109728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30952" y="217627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Champ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30952" y="26517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+ SHAP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check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82512" y="242316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858000" y="1645920"/>
            <a:ext cx="365760" cy="36576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537960" y="2148840"/>
            <a:ext cx="109728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217627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Edge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0" y="26517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635240" y="242316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110728" y="1645920"/>
            <a:ext cx="365760" cy="36576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10728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790688" y="2148840"/>
            <a:ext cx="109728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36408" y="217627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836408" y="26517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traffic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watch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887968" y="242316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9363456" y="1645920"/>
            <a:ext cx="365760" cy="36576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63456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9043416" y="2148840"/>
            <a:ext cx="109728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089136" y="217627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089136" y="26517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140696" y="242316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10616184" y="1645920"/>
            <a:ext cx="365760" cy="365760"/>
          </a:xfrm>
          <a:prstGeom prst="ellipse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616184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10296144" y="2148840"/>
            <a:ext cx="109728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341864" y="217627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Drift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341864" y="26517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Auto-retrain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breach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57200" y="3840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Retrain Flow (drift-triggered)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234440" y="4297680"/>
            <a:ext cx="347472" cy="34747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234440" y="4297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57200" y="4736592"/>
            <a:ext cx="1965960" cy="960120"/>
          </a:xfrm>
          <a:prstGeom prst="rect">
            <a:avLst/>
          </a:prstGeom>
          <a:solidFill>
            <a:srgbClr val="FEE2E2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475488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02920" y="51206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&gt;5% drop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423160" y="4983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3429000" y="4297680"/>
            <a:ext cx="347472" cy="34747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29000" y="4297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2651760" y="4736592"/>
            <a:ext cx="1965960" cy="960120"/>
          </a:xfrm>
          <a:prstGeom prst="rect">
            <a:avLst/>
          </a:prstGeom>
          <a:solidFill>
            <a:srgbClr val="FEE2E2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697480" y="475488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2697480" y="51206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617720" y="4983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5623560" y="4297680"/>
            <a:ext cx="347472" cy="34747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23560" y="4297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4846320" y="4736592"/>
            <a:ext cx="1965960" cy="960120"/>
          </a:xfrm>
          <a:prstGeom prst="rect">
            <a:avLst/>
          </a:prstGeom>
          <a:solidFill>
            <a:srgbClr val="FEE2E2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92040" y="475488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892040" y="51206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hours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812280" y="4983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7818120" y="4297680"/>
            <a:ext cx="347472" cy="34747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818120" y="4297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7040880" y="4736592"/>
            <a:ext cx="1965960" cy="960120"/>
          </a:xfrm>
          <a:prstGeom prst="rect">
            <a:avLst/>
          </a:prstGeom>
          <a:solidFill>
            <a:srgbClr val="FEE2E2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086600" y="475488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7086600" y="51206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drift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9006840" y="4983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10012680" y="4297680"/>
            <a:ext cx="347472" cy="34747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012680" y="4297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9235440" y="4736592"/>
            <a:ext cx="1965960" cy="960120"/>
          </a:xfrm>
          <a:prstGeom prst="rect">
            <a:avLst/>
          </a:prstGeom>
          <a:solidFill>
            <a:srgbClr val="FEE2E2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281160" y="475488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9281160" y="51206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canary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full OTA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566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42646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Lifecycle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773936"/>
            <a:ext cx="3346704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train-once-deploy-forever. Weekly auto-retrain with drift detection ensures models stay accurate as plant conditions change. Emergency retrain path for sudden degradation — fix in &lt;24 hours, not weeks.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66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0" y="137160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7408" y="142646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Edge-First Deployment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07408" y="1773936"/>
            <a:ext cx="3346704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optimized for edge hardware (TensorRT INT8). Canary deployment with auto-rollback protects the line. OTA rollout with zero downtime — no USB drives, no SSH, no manual intervention. Supports all 8 use case model types.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566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371600"/>
            <a:ext cx="3566160" cy="347472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1426464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Built 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47888" y="1773936"/>
            <a:ext cx="3346704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from training data to deployed version. Approval gates for safety-critical models (PPE, SOP). IATF 16949 and ISO 9001 audit-ready. Business value tracking with weekly ROI digest per model per plant.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as single backbone — one lineage from data to deployment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optimization as first-class stage — not an afterthought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before full rollout — catch regressions offline eval misses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auto-retrain — no waiting for humans to notice drift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6263640"/>
            <a:ext cx="11457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ships with the platform — not a separate workstream.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2026-05-20T02:13:44Z</dcterms:created>
  <dcterms:modified xsi:type="dcterms:W3CDTF">2026-05-20T02:13:44Z</dcterms:modified>
</cp:coreProperties>
</file>