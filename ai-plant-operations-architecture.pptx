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PLANT OPERATIONS PLATFORM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Guide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 ×  PeopleTech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91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Edge-to-Cloud · 8 Use Cases · Integration-First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platform architecture for AI-driven manufacturing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Hyundai's global plant network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914400"/>
            <a:ext cx="393192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914400"/>
            <a:ext cx="73152" cy="91440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9144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Floor / Edge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2103120"/>
            <a:ext cx="393192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2103120"/>
            <a:ext cx="73152" cy="9144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2103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&amp; Integration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3291840"/>
            <a:ext cx="393192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3291840"/>
            <a:ext cx="73152" cy="9144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2918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Compute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4480560"/>
            <a:ext cx="393192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4480560"/>
            <a:ext cx="73152" cy="91440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44805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UX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6263640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× PeopleTech · AI Manufacturing Practice · May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AI Plant Operations Platform?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eight use cases, shared infrastructure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264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Edge-to-Cloud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773936"/>
            <a:ext cx="3255264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plant-floor sensors, cameras, and scanners through edge compute to cloud AI models. Sub-200ms line-side latency for real-time decisions. Runs on NVIDIA Jetson, Hailo, and Intel edge with AWS IoT Greengrass / Azure IoT Edge.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371600"/>
            <a:ext cx="347472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14264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Integration-First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5968" y="1773936"/>
            <a:ext cx="3255264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Hyundai's existing SAP MES/ERP, SAP PM, AVEVA PI historian — no rip-and-replace. Pre-built connector library with standardized event schemas for line-hold, work-order generation, and quality events.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37160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371600"/>
            <a:ext cx="374904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142646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AI Use Cases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65008" y="1773936"/>
            <a:ext cx="3529584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Inspection — CNN defect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Confirmation — VIN/BOM match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 Validation — fitment checks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Compliance — pose estimation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Quality — sensor fusion ML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— anomaly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Monitoring — PPE/zone AI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Traceability — genealogy graph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pilot on one line and scale across Ulsan, Asan, HMGMA, HMMA, HMMC, HMI.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263640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 · Shared MLOps · Scale from 1 line to enterprise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siloed solutions fail at plant scale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Point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3716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5603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97880" y="13716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5603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0" y="13716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98280" y="1371600"/>
            <a:ext cx="25603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Failures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6888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52374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Platform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2871216"/>
            <a:ext cx="33467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 case built on its own stack. Separate cameras, separate databases, separate dashboards. No cross-use-case data fusion. Infrastructure cost multiplied by 8.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246888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246888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252374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Gap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07408" y="2871216"/>
            <a:ext cx="33467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produce insights that never reach operators. Manual hand-offs between AI outputs and SAP/MES. No automated line-hold, work-order generation, or escalation.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246888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246888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252374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Scale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47888" y="2871216"/>
            <a:ext cx="33467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 inference adds 500ms–2s latency — too slow for line-side decisions. Models trained once, never retrained. No OTA update path. Scaling from 1 line to 50 requires re-architecture.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6263640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approach: one infrastructure, eight use cases, one integration layer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edge-to-cloud platform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13232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FLOOR / EDGE CAPTURE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Cameras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(Cognex, Basler)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173736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(Vib, Acoustic)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0" y="173736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Barcode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73736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(Jetson, Hailo)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713232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&amp; INTEGRATION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29260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MES / ERP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0" y="29260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AVEVA 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0" y="29260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713232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COMPUTE (CLOUD)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11480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14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77440" y="411480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4114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Use Case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Groups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0" y="411480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4114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52160" y="411480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4114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937760"/>
            <a:ext cx="7132320" cy="1005840"/>
          </a:xfrm>
          <a:prstGeom prst="rect">
            <a:avLst/>
          </a:prstGeom>
          <a:solidFill>
            <a:srgbClr val="FDF2F8"/>
          </a:solidFill>
          <a:ln w="12700">
            <a:solidFill>
              <a:srgbClr val="FBCF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983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UX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53035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3035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377440" y="53035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53035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Health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0" y="53035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53035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/ Safety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52160" y="53035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53035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6384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Data Flow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7863840" y="1920240"/>
            <a:ext cx="384048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63840" y="1920240"/>
            <a:ext cx="54864" cy="64008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0" y="1920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Capture — cameras, sensors, RFID scan production line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863840" y="2697480"/>
            <a:ext cx="384048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63840" y="2697480"/>
            <a:ext cx="54864" cy="64008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0" y="2697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Edge Inference — local GPU runs models in &lt;200ms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863840" y="3474720"/>
            <a:ext cx="384048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63840" y="3474720"/>
            <a:ext cx="54864" cy="64008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0" y="3474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Event Stream — Kafka routes scored events to integration layer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863840" y="4251960"/>
            <a:ext cx="384048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63840" y="4251960"/>
            <a:ext cx="54864" cy="64008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46720" y="4251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 + Enterprise — cloud models train; SAP/MES act on events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863840" y="5029200"/>
            <a:ext cx="384048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63840" y="5029200"/>
            <a:ext cx="54864" cy="64008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46720" y="5029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UX — dashboards, alerts, and mobile push to operators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Deep Dive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layer does and why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3949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3502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Floor / Edge Capture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682496"/>
            <a:ext cx="51755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cameras (Cognex, Basler, Keyence) — multi-angle, high-res surface capture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— vibration, acoustic, thermal, pressure for machine health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&amp; barcode scanners — component tracking and VIN verification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compute (NVIDIA Jetson, Hailo) — &lt;200ms local inference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OPC-UA bus + edge gateway — protocol translation and local resilience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280160"/>
            <a:ext cx="53949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33502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&amp; Integration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27648" y="1682496"/>
            <a:ext cx="51755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bus — real-time quality, maintenance, safety event routing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/ SAP Connector Library — pre-built line-hold and work-order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MES/ERP + SAP PM/CMMS — production orders, maintenance scheduling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AVEVA PI historian — time-series sensor storage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genealogy graph — component-to-vehicle traceability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53949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89534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Compute (Cloud)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4242816"/>
            <a:ext cx="51755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 / Azure ML — training, tuning, model registry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 groups: CNN (visual), YOLO (detection), LSTM (time-series), Autoencoder (anomaly)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MLOps: MLflow + CI/CD + drift detection + auto-retraining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optimization: TensorRT / ONNX → edge OTA deployment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(S3 / ADLS) with Parquet / Delta Lake feature store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840480"/>
            <a:ext cx="53949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89534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UX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4242816"/>
            <a:ext cx="51755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dashboard — real-time defect monitoring by station/shift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health dashboard — risk-prioritized maintenance work queue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live wall — PPE compliance, zone alerts, incident reports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station UI — pass/fail cues, hold-station controls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(Slack/Teams/Andon) + Executive BI (Power BI/Tableau)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vs. Point Solutions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unified architecture wins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58184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15384" y="1371600"/>
            <a:ext cx="375818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06824" y="1417320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Point Solutions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73568" y="1371600"/>
            <a:ext cx="3758184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65008" y="1417320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 (Ours)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15384" y="187452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6824" y="19202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separate stacks, cameras, DBs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3568" y="187452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19202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edge fleet + one data lake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688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effort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15384" y="242316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6824" y="24688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connectors per use case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73568" y="242316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24688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SAP/MES library, Kafka bus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1752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15384" y="297180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06824" y="301752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Cloud-only: 500ms–2s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73568" y="297180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65008" y="301752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Edge-first: &lt;200ms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6616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15384" y="352044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06824" y="356616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ad-hoc per model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73568" y="352044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65008" y="356616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MLOps: drift detect → auto-retrain → OTA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11480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add use case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15384" y="406908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06824" y="411480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 from scratch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73568" y="406908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65008" y="411480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 (deploy model to existing infra)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61772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6634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Cross-UC data fusion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215384" y="461772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06824" y="46634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possible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973568" y="461772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65008" y="46634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lake enables sensor + vision fusion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516636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52120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215384" y="516636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06824" y="52120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Re-architect per plant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973568" y="516636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65008" y="52120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edge nodes, same stack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View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 + MLOps pipeline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captures frame → edge GPU runs TensorRT-optimized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+ metadata published to Kafka topic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score &gt; threshold → MES connector triggers SAP line-hold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record persisted to PostgreSQL with full traceability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 in real time; operator sees pass/fail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Retraining Loop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Rework-confirmed defects feed back to SageMaker weekly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tracks experiments, model registry versions artifacts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optimization → OTA push to edge fleet via Greengrass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280160"/>
            <a:ext cx="5760720" cy="4754880"/>
          </a:xfrm>
          <a:prstGeom prst="rect">
            <a:avLst/>
          </a:prstGeom>
          <a:solidFill>
            <a:srgbClr val="F0F2F5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53328" y="1371600"/>
            <a:ext cx="5541264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Edge Inference Pipeline (simplified)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─────────────────────────────────────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 = camera.capture()           # Cognex/Basler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 = preprocess(frame)         # Resize, normalize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model.infer(tensor)        # TensorRT on Jetson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"station_id": STATION,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"score": score,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now(),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"image_ref": s3_upload(frame),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"vin": rfid_reader.last_scan()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kafka.publish("quality.defects", event)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&gt; THRESHOLD: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mes_connector.trigger_line_hold(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station=STATION,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reason="AI defect detected",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score=score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quality_db.insert(event)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alerting.notify(SUPERVISOR, event)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Weekly retraining loop ──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rework_data = quality_db.get_confirmed()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sagemaker.train(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dataset=rework_data,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base_model="resnet50-v3.2",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output="s3://models/resnet50-v3.3"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iot_greengrass.ota_deploy("resnet50-v3.3")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 from peer-OEM deployments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Impact Areas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54864" cy="73152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848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Inspection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defect detection → −45% rework, −60% escapes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926080"/>
            <a:ext cx="54864" cy="731520"/>
          </a:xfrm>
          <a:prstGeom prst="rect">
            <a:avLst/>
          </a:prstGeom>
          <a:solidFill>
            <a:srgbClr val="1A2754"/>
          </a:solidFill>
          <a:ln w="12700">
            <a:solidFill>
              <a:srgbClr val="1A2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992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→ −40% downtime, 5:1 ROI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40480"/>
            <a:ext cx="54864" cy="731520"/>
          </a:xfrm>
          <a:prstGeom prst="rect">
            <a:avLst/>
          </a:prstGeom>
          <a:solidFill>
            <a:srgbClr val="0E7B6A"/>
          </a:solidFill>
          <a:ln w="12700">
            <a:solidFill>
              <a:srgbClr val="0E7B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136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SOP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 → −55% incidents, 98% PPE compliance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754880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280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120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Genealogy graph → 100% tracking, recall in days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3716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 latency — line-side decisions in real time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29260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62179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ROI within first year of deployment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44805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</a:t>
            </a:r>
            <a:endParaRPr lang="en-US" sz="7200" dirty="0"/>
          </a:p>
        </p:txBody>
      </p:sp>
      <p:sp>
        <p:nvSpPr>
          <p:cNvPr id="27" name="Text 25"/>
          <p:cNvSpPr/>
          <p:nvPr/>
        </p:nvSpPr>
        <p:spPr>
          <a:xfrm>
            <a:off x="621792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time-to-pilot with PeopleTech accelerators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Flow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defect detection event moves through the platform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0120" y="1828800"/>
            <a:ext cx="411480" cy="41148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41732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 frame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light tunnel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411480" cy="41148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03120" y="2377440"/>
            <a:ext cx="141732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9718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51960" y="1828800"/>
            <a:ext cx="411480" cy="41148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49040" y="2377440"/>
            <a:ext cx="141732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9718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897880" y="1828800"/>
            <a:ext cx="411480" cy="41148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94960" y="2377440"/>
            <a:ext cx="141732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Line-Hold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29718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543800" y="1828800"/>
            <a:ext cx="411480" cy="41148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40880" y="2377440"/>
            <a:ext cx="141732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29718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58200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89720" y="1828800"/>
            <a:ext cx="411480" cy="41148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8972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686800" y="2377440"/>
            <a:ext cx="141732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778240" y="29718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UI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104120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835640" y="1828800"/>
            <a:ext cx="411480" cy="41148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83564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332720" y="2377440"/>
            <a:ext cx="141732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24160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OTA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424160" y="29718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Edge push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4114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Flow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188720" y="4572000"/>
            <a:ext cx="365760" cy="36576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8872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57200" y="5029200"/>
            <a:ext cx="1920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50474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5440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Vibration, acoustic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data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377440" y="5257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383280" y="4572000"/>
            <a:ext cx="365760" cy="36576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32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651760" y="5029200"/>
            <a:ext cx="1920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0" y="50474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743200" y="5440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0" y="5257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577840" y="4572000"/>
            <a:ext cx="365760" cy="36576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7784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846320" y="5029200"/>
            <a:ext cx="1920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0" y="50474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937760" y="5440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survival model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766560" y="5257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772400" y="4572000"/>
            <a:ext cx="365760" cy="36576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240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7040880" y="5029200"/>
            <a:ext cx="1920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32320" y="50474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132320" y="5440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961120" y="5257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966960" y="4572000"/>
            <a:ext cx="365760" cy="36576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96696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9235440" y="5029200"/>
            <a:ext cx="1920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326880" y="50474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9326880" y="5440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push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risk queue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773936"/>
            <a:ext cx="334670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infrastructure for 8 use cases. Shared edge compute, event bus, data lake, and MLOps pipeline. Adding a new use case is a model deployment — not an infrastructure project. Amortize cost across the entire program.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Integration-First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07408" y="1773936"/>
            <a:ext cx="334670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SAP MES/ERP, SAP PM, AVEVA PI — no rip-and-replace. AI outputs flow into the systems operators already use. Automated line-hold, work-order generation, and escalation. Pre-built connector library cuts integration time 40–60%.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Pilot-First Scale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47888" y="1773936"/>
            <a:ext cx="334670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2 pilots on one line: Visual Inspection at HMGMA (IONIQ paint) + Predictive Maintenance at Ulsan stamping. Prove ROI in 12 weeks. Scale to plant-wide without re-architecture. Go/no-go gate before any commitment to expand.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Edge-first inference — &lt;200ms latency for real-time line-side decisions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retraining — weekly model improvement with drift detection and auto-retrain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lake — enables cross-use-case fusion (e.g., vision + sensor for predictive quality)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add-a-use-case — deploy model to existing infra in 4–6 weeks vs. 3–6 months from scratch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263640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Pilot Scoping Workshop — walk the line, agree the baseline, lock dates.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2026-05-20T00:48:30Z</dcterms:created>
  <dcterms:modified xsi:type="dcterms:W3CDTF">2026-05-20T00:48:30Z</dcterms:modified>
</cp:coreProperties>
</file>