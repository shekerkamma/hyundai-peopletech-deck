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for AI-powered work: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context, client isolation, persistent memory, autonomous execution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Layers  |  136 Skills  |  Always 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0" y="164592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25400">
            <a:solidFill>
              <a:srgbClr val="E8C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9202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8C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84080" y="164592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25400">
            <a:solidFill>
              <a:srgbClr val="4A9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19202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4A9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365760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39319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784080" y="3657600"/>
            <a:ext cx="1645920" cy="146304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0" y="39319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conversations to a fully staffed AI department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Agentic OS?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operating system architecture for AI-powered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knowledge, skills, and brand standards that every project inherits automatically. Your CLAUDE.md, skills library, and brand identity.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86537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workspaces that override shared defaults. Each client gets their own CLAUDE.md, skills, brand context, and project plans. No cross-contamination.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865376"/>
            <a:ext cx="3255264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that survives across sessions. Always-loaded learnings plus on-demand semantic search, relational lookup, and cross-tool retrieval.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an AI that scales across clients while maintaining deep, personalized context for each 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An operating system.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single AI conversation is not enough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Fragmented AI Usage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4747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4747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83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231136"/>
            <a:ext cx="325526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conversation starts from zero. The AI forgets your preferences, brand voice, and past decisions.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828800"/>
            <a:ext cx="34747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828800"/>
            <a:ext cx="34747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883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5968" y="2231136"/>
            <a:ext cx="325526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A's confidential data leaks into Client B's context. Brand voices bleed together.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1828800"/>
            <a:ext cx="3474720" cy="23774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828800"/>
            <a:ext cx="3474720" cy="347472"/>
          </a:xfrm>
          <a:prstGeom prst="rect">
            <a:avLst>
              <a:gd name="adj" fmla="val 2105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65008" y="1883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65008" y="2231136"/>
            <a:ext cx="3255264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requires manual invocation. No scheduled workflows, no chained skills, no background processing.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36576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OS solves all three: persistent context + client isolation + autonomous execution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one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FFF8E1"/>
          </a:solidFill>
          <a:ln w="25400">
            <a:solidFill>
              <a:srgbClr val="E8C8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E8C872"/>
          </a:solidFill>
          <a:ln w="12700">
            <a:solidFill>
              <a:srgbClr val="E8C8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CLAUDE.md, Skills, Brand, Planning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E8F4FD"/>
          </a:solidFill>
          <a:ln w="25400">
            <a:solidFill>
              <a:srgbClr val="4A9E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4A9EDE"/>
          </a:solidFill>
          <a:ln w="12700">
            <a:solidFill>
              <a:srgbClr val="4A9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overrides, isolated workspaces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FDE8E8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+ on-demand retrieval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6858000" cy="86868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29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212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Cron, Always-On, Channels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0" y="196596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standards flow to all clients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0" y="246888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overrides shared defaults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0" y="297180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loaded at session start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347472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retrieval for deep context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397764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chain into multi-step workflows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448056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448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triggers run autonomously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772400" y="4983480"/>
            <a:ext cx="320040" cy="320040"/>
          </a:xfrm>
          <a:prstGeom prst="ellipse">
            <a:avLst/>
          </a:prstGeom>
          <a:solidFill>
            <a:srgbClr val="1F3B6E"/>
          </a:solidFill>
          <a:ln w="12700">
            <a:solidFill>
              <a:srgbClr val="1F3B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22960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delivered via any channel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Deep Dive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in each layer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773936"/>
            <a:ext cx="50840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Preferences: CLAUDE.md, SOUL.md, user.md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research, copywriting, video, cron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Context: voice-profile, ICP, positioning, assets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Frameworks: quick task, planned project, full biz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Storage: projects/ &gt; category/ &gt; date/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3035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1371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426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Client/Project Context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6208" y="1773936"/>
            <a:ext cx="50840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CLAUDE.md overrides root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Client-specific skills (taste-skill, design-skill)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brand context per client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 and deliverable trackers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Overwrites: client version always wins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3035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712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4059936"/>
            <a:ext cx="50840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Every Time: learnings.md, memory/ (dated), hooks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On-Demand: MCP-SEARCH (semantic), MEMHULCE (exact)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Relational: LLM Wiki, Obsidian knowledge graphs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Cross-tool: OpenBrain spans Notion, Slack, email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design: fast context + deep archive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657600"/>
            <a:ext cx="5303520" cy="2011680"/>
          </a:xfrm>
          <a:prstGeom prst="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3657600"/>
            <a:ext cx="53035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371246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4059936"/>
            <a:ext cx="5084064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Systems: multi-step chained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Jobs: scheduled, event-driven automation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/ Always On: 24/7 cloud, no laptop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CLI, desktop, mobile, web, Slack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adopt what you need, skip the rest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Agentic OS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you adopt the system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502920"/>
          </a:xfrm>
          <a:prstGeom prst="rect">
            <a:avLst/>
          </a:prstGeom>
          <a:solidFill>
            <a:srgbClr val="1F3B6E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4114800" cy="502920"/>
          </a:xfrm>
          <a:prstGeom prst="rect">
            <a:avLst/>
          </a:prstGeom>
          <a:solidFill>
            <a:srgbClr val="1F3B6E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Agentic 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371600"/>
            <a:ext cx="4114800" cy="502920"/>
          </a:xfrm>
          <a:prstGeom prst="rect">
            <a:avLst/>
          </a:prstGeom>
          <a:solidFill>
            <a:srgbClr val="1F3B6E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417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Agentic 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842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938528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84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from zero every session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938528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9842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+ learnings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51176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505456"/>
            <a:ext cx="41148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25511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voices bleed together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2505456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55117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isolated per client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72384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1810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072384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0" y="31181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Re-explain every task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0" y="3072384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31181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/skill-name instantly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685032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0" y="3639312"/>
            <a:ext cx="41148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36850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every 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639312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68503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chained workflows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206240"/>
            <a:ext cx="2286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2519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0" y="420624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0" y="4251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laptop is open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58000" y="4206240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4251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cloud execution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773168"/>
            <a:ext cx="22860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8188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0" y="4773168"/>
            <a:ext cx="4114800" cy="502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818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conversation at a time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58000" y="4773168"/>
            <a:ext cx="4114800" cy="502920"/>
          </a:xfrm>
          <a:prstGeom prst="rect">
            <a:avLst/>
          </a:prstGeom>
          <a:solidFill>
            <a:srgbClr val="FEE2E2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481888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client workstreams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over databases — inspectable, versionable, portable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2560320"/>
          </a:xfrm>
          <a:prstGeom prst="rect">
            <a:avLst>
              <a:gd name="adj" fmla="val 2143"/>
            </a:avLst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4809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agentic-os/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# Root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SOUL.md            # Personality &amp; tone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user.md            # User preferences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context/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brand_context/ # Voice, ICP, positioning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learnings.md   # Accumulated insights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memory/        # Dated entries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projects/          # Output storage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.claude/skills/    # Skill definitions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(isolated)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029200" cy="2560320"/>
          </a:xfrm>
          <a:prstGeom prst="rect">
            <a:avLst>
              <a:gd name="adj" fmla="val 2143"/>
            </a:avLst>
          </a:prstGeom>
          <a:solidFill>
            <a:srgbClr val="F0F2F5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828800"/>
            <a:ext cx="48097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clients/client-one/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# Overrides root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brand_context/     # Client brand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context/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learnings.md   # Client learnings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memory/        # Client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projects/          # Client outputs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.claude/skills/    # Client skills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Everything is a file. Git tracks changes. Copy to move.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Agentic OS delivers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available globally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projects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1148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working together: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isolation, memory, execution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16459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772400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execution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laptop dependency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10972800" cy="36576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4114800"/>
            <a:ext cx="347472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11480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169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Retention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4517136"/>
            <a:ext cx="32552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persists across sessions. Learnings compound. The AI gets better at your work over time.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4114800"/>
            <a:ext cx="347472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411480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4169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Isolation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5968" y="4517136"/>
            <a:ext cx="32552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cross-contamination. Delete one client folder without affecting any other. Full data sovereignty.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114800"/>
            <a:ext cx="3474720" cy="137160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411480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416966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Reuse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65008" y="4517136"/>
            <a:ext cx="325526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invoke everywhere. Skills work across all clients with consistent quality and format.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Flow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typical session works end to end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8C8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0100" y="1965960"/>
            <a:ext cx="320040" cy="320040"/>
          </a:xfrm>
          <a:prstGeom prst="ellipse">
            <a:avLst/>
          </a:prstGeom>
          <a:solidFill>
            <a:srgbClr val="E8C872"/>
          </a:solidFill>
          <a:ln w="12700">
            <a:solidFill>
              <a:srgbClr val="E8C8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fire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8C8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6020" y="1965960"/>
            <a:ext cx="320040" cy="320040"/>
          </a:xfrm>
          <a:prstGeom prst="ellipse">
            <a:avLst/>
          </a:prstGeom>
          <a:solidFill>
            <a:srgbClr val="E8C872"/>
          </a:solidFill>
          <a:ln w="12700">
            <a:solidFill>
              <a:srgbClr val="E8C8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60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A9E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91940" y="1965960"/>
            <a:ext cx="320040" cy="320040"/>
          </a:xfrm>
          <a:prstGeom prst="ellipse">
            <a:avLst/>
          </a:prstGeom>
          <a:solidFill>
            <a:srgbClr val="4A9EDE"/>
          </a:solidFill>
          <a:ln w="12700">
            <a:solidFill>
              <a:srgbClr val="4A9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919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4A9E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37860" y="1965960"/>
            <a:ext cx="320040" cy="320040"/>
          </a:xfrm>
          <a:prstGeom prst="ellipse">
            <a:avLst/>
          </a:prstGeom>
          <a:solidFill>
            <a:srgbClr val="4A9EDE"/>
          </a:solidFill>
          <a:ln w="12700">
            <a:solidFill>
              <a:srgbClr val="4A9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786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/command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2940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3780" y="1965960"/>
            <a:ext cx="320040" cy="32004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37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found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27532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81C78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29700" y="1965960"/>
            <a:ext cx="320040" cy="320040"/>
          </a:xfrm>
          <a:prstGeom prst="ellipse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297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0392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21240" y="2606040"/>
            <a:ext cx="182880" cy="320040"/>
          </a:xfrm>
          <a:prstGeom prst="rightArrow">
            <a:avLst/>
          </a:prstGeom>
          <a:solidFill>
            <a:srgbClr val="D0D5DD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49840" y="1828800"/>
            <a:ext cx="1371600" cy="20116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5737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675620" y="1965960"/>
            <a:ext cx="320040" cy="320040"/>
          </a:xfrm>
          <a:prstGeom prst="ellipse">
            <a:avLst/>
          </a:prstGeom>
          <a:solidFill>
            <a:srgbClr val="E57373"/>
          </a:solidFill>
          <a:ln w="12700">
            <a:solidFill>
              <a:srgbClr val="E573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7562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1498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14984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saved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informed and ends smarter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principles that make Agentic OS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Over Databases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context stored as markdown in a directory tree. Inspectable with cat, versionable with git, portable by copying a folder.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lock-in. No proprietary formats. Your AI knowledge base is just files.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06240" y="146304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Over Merge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5968" y="186537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context doesn't merge with shared context — it overwrites. This prevents subtle bugs where a client inherits an unwanted rule.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is better than implicit.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2743200"/>
          </a:xfrm>
          <a:prstGeom prst="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463040"/>
            <a:ext cx="3474720" cy="347472"/>
          </a:xfrm>
          <a:prstGeom prst="rect">
            <a:avLst>
              <a:gd name="adj" fmla="val 21053"/>
            </a:avLst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5008" y="1517904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Over Prompts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65008" y="1865376"/>
            <a:ext cx="32552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is a reusable, versioned, composable skill — not a fragile system prompt.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invoke everywhere. Chain into workflows. Share via marketplace.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3B5E"/>
          </a:solidFill>
          <a:ln w="12700">
            <a:solidFill>
              <a:srgbClr val="0D3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291072"/>
            <a:ext cx="11430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standards + local autonomy + persistent memory = AI that scales like a chain but feels boutique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OS Architecture</dc:title>
  <dc:subject>PptxGenJS Presentation</dc:subject>
  <dc:creator>PeopleTech AI Engineering</dc:creator>
  <cp:lastModifiedBy>PeopleTech AI Engineering</cp:lastModifiedBy>
  <cp:revision>1</cp:revision>
  <dcterms:created xsi:type="dcterms:W3CDTF">2026-05-22T13:15:29Z</dcterms:created>
  <dcterms:modified xsi:type="dcterms:W3CDTF">2026-05-22T13:15:29Z</dcterms:modified>
</cp:coreProperties>
</file>